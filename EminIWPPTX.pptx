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1AC350-0E27-44A5-80CE-05D94AE42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631C34A-2457-F05C-961E-30B4ADDA7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A5B3C8-6340-53DA-A7DE-73886C2E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0E39A3B-613F-2651-304A-BF48137D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C1D2540-5D77-F46C-7445-A10ACF8D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831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8020BC-DE47-36FB-5EA1-A76B9B1C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A19790-7F06-7882-4FBE-F2814350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6F4025F-2796-EE65-CF98-B245E867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CC9494-EC1D-A538-8A86-80DA2585B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581283-F500-CE4A-A40C-648B48D9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211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9CA42E-6C4E-186E-F2A2-796AC017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04F2133-0F16-EBE6-558B-66BA69040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D89C0CC-3C65-D337-8AF6-E665F165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7C4DBC-10A1-7229-F702-3214AC4E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DF7B73A-CAE9-0704-19EC-B9EB007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27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47E601-2942-F255-EE41-A2902E5D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445762-EF1F-990A-4176-89A264D02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7C56CF2-699B-A40D-DAA1-6898E8913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506CEDF-FCEB-F3C5-0545-0A593FEC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9F2C75E-8A55-BAE4-9401-1B1E5FAD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9C1A8C1-EE7D-1976-6034-0B90C43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8997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627E40-5BCF-B39C-9184-E65A3BF8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69A3406-B57E-7DE9-6D95-778152B1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DA06ACF-7128-849F-E9EC-F2488D0CE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86C1432-93E2-2B46-0AC7-CC6239EE1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B1B8F5C-50B7-862D-2B85-193BE8EB5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82694C0-A91F-107A-2EA9-C92BE6BF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DE601ED-4142-F375-3027-53E40030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D359896-088E-8E90-9A8D-0704F14D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388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B93730-C35B-E8D8-CB4E-5ADFC06D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8C1E184-69E6-0DD2-B212-439EC813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771085F-72D4-7ADA-FE39-02787388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8EFD94-0A5A-F7AA-BE20-2BEAB437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319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8FE21A2-1C8C-E8BA-6454-B50AB5B3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AE0245A-4A00-E4F8-AF7D-9A553F50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C3A3D31-BFDC-9026-089D-155A7F66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235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9FE1CE-FA8C-03B9-197E-B3E31C6D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67A8FD-2B03-0681-047A-71D4A52F7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C9564D1-5101-5690-E2D7-1B58AB27D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9002B1B-3F25-A5CB-8110-C929C139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6A667D4-312E-01A1-7C33-CC769DA2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52CEF6E-D5D0-926D-5960-5597725C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462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F4CD32-3F40-919F-BD22-CD62C76C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3D61FE2-032A-F935-DBA6-21DC26B75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89E74D9-B30E-3EED-500B-823A10C99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7D606F-AA2B-2E46-7F86-A4AFC24C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1E0058E-54CD-1223-B020-0606CB84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EF6EF7E-4A00-0CBA-A120-806552FA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992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5FCDD3-6520-2E82-46B2-571C06E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61EFF60-9F89-6E2A-84BF-9591405BF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BC05069-A7AF-6358-A21F-49AE6165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C7B471-A0FE-78B6-66E0-F088CE87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B4B2105-F45A-C8AA-A1BC-C637CF93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566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5618527-18F1-91DF-C6F3-CA8DE7A65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007841A-0405-4E5E-E5FD-D67FB964D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A5C95C-FEDB-E1B6-A87A-9E26F1591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A94931-0E9D-82D9-1D52-E434AE13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54FAA7D-EB99-570C-824F-06B073B6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8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9B3AAE3-CB02-2CF0-B502-008F5463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BE76A92-6326-B358-3140-3E213742F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9F5464C-A7A3-AC4D-B5CD-7B4F51493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364FB9-7033-66B1-8DE4-6732638FA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913B7C6-E9CC-A66E-AC99-F99D6B1B1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809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31CA55-1A1F-4564-0026-AD143F106B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Emin </a:t>
            </a:r>
            <a:r>
              <a:rPr lang="tr-TR" dirty="0" err="1"/>
              <a:t>Ferzeliyev</a:t>
            </a:r>
            <a:r>
              <a:rPr lang="tr-TR" dirty="0"/>
              <a:t> </a:t>
            </a:r>
            <a:r>
              <a:rPr lang="tr-TR" dirty="0" err="1"/>
              <a:t>Emotion</a:t>
            </a:r>
            <a:r>
              <a:rPr lang="tr-TR" dirty="0"/>
              <a:t> AI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370DD64-19B7-0DC0-2957-91853DB79D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PPTX</a:t>
            </a:r>
          </a:p>
        </p:txBody>
      </p:sp>
    </p:spTree>
    <p:extLst>
      <p:ext uri="{BB962C8B-B14F-4D97-AF65-F5344CB8AC3E}">
        <p14:creationId xmlns:p14="http://schemas.microsoft.com/office/powerpoint/2010/main" val="383820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BE5A97-811C-7274-22BF-E45F7D5D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Framework , Library </a:t>
            </a:r>
            <a:r>
              <a:rPr lang="tr-TR" dirty="0" err="1"/>
              <a:t>insertion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EB519B3-AE8E-03D4-4AB3-CE49B3091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45" y="2358835"/>
            <a:ext cx="11166909" cy="270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6693D8-2148-AD05-C00C-42B03DDF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Seed</a:t>
            </a:r>
            <a:r>
              <a:rPr lang="tr-TR" dirty="0"/>
              <a:t> </a:t>
            </a:r>
            <a:r>
              <a:rPr lang="tr-TR" dirty="0" err="1"/>
              <a:t>configration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8ACFFB6-3771-788E-29A2-BFD8D14E4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18" y="2294022"/>
            <a:ext cx="9195764" cy="32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1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26B343-0B18-95C1-C08A-40A5D397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Downlaod</a:t>
            </a:r>
            <a:r>
              <a:rPr lang="tr-TR" dirty="0"/>
              <a:t> </a:t>
            </a:r>
            <a:r>
              <a:rPr lang="tr-TR" dirty="0" err="1"/>
              <a:t>Flowers</a:t>
            </a:r>
            <a:r>
              <a:rPr lang="tr-TR" dirty="0"/>
              <a:t> </a:t>
            </a:r>
            <a:r>
              <a:rPr lang="tr-TR" dirty="0" err="1"/>
              <a:t>Dataset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712E38A-2D68-87FE-6AA8-C702459CE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52" y="2309967"/>
            <a:ext cx="11292722" cy="2238065"/>
          </a:xfrm>
          <a:prstGeom prst="rect">
            <a:avLst/>
          </a:prstGeom>
        </p:spPr>
      </p:pic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61CA8F6-E59B-E812-746B-1B79698DCBC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-112295" y="6176963"/>
            <a:ext cx="950495" cy="1619500"/>
          </a:xfrm>
        </p:spPr>
        <p:txBody>
          <a:bodyPr/>
          <a:lstStyle/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4772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712AC5-BCB2-8A83-1B9E-1953F3A2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Preprocessing</a:t>
            </a:r>
            <a:endParaRPr lang="tr-TR" dirty="0"/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F32E3F54-4805-AFE8-9A9E-0BBC97FC853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38200" y="6176963"/>
            <a:ext cx="5257800" cy="1876686"/>
          </a:xfrm>
        </p:spPr>
        <p:txBody>
          <a:bodyPr/>
          <a:lstStyle/>
          <a:p>
            <a:pPr marL="0" indent="0">
              <a:buNone/>
            </a:pP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3D8F02F-47E5-2B99-6F78-80CD7BD98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68" y="1524000"/>
            <a:ext cx="10061032" cy="447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B08B59-E82A-EA3D-1FA1-58221494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Create</a:t>
            </a:r>
            <a:r>
              <a:rPr lang="tr-TR" dirty="0"/>
              <a:t> CNN Model</a:t>
            </a: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8C8C7D62-816E-BC81-DEE8-4AAC6CDA5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14921"/>
            <a:ext cx="11216269" cy="310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0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6C3126-75D1-B023-9611-A6E41301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 </a:t>
            </a:r>
            <a:r>
              <a:rPr lang="tr-TR" dirty="0" err="1"/>
              <a:t>Summary</a:t>
            </a:r>
            <a:endParaRPr lang="tr-TR" dirty="0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0F95A112-100C-6F9E-E1E2-B1A48D438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673" y="1540042"/>
            <a:ext cx="9496653" cy="46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09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0D43B6-37EF-0682-EDA3-F762F500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Train</a:t>
            </a: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C274D508-35A0-5CC5-E5C2-02966E9BD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4132"/>
            <a:ext cx="10790906" cy="364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6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427679-7ED4-C905-4856-6FCFB6FA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Plots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matplot</a:t>
            </a:r>
            <a:endParaRPr lang="tr-TR" dirty="0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5D126D04-D257-87A7-CD94-B8CAEA938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5208" y="1387981"/>
            <a:ext cx="6821584" cy="510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6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</Words>
  <Application>Microsoft Office PowerPoint</Application>
  <PresentationFormat>Geniş ekran</PresentationFormat>
  <Paragraphs>10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Teması</vt:lpstr>
      <vt:lpstr>Emin Ferzeliyev Emotion AI</vt:lpstr>
      <vt:lpstr>Framework , Library insertion</vt:lpstr>
      <vt:lpstr>Seed configration</vt:lpstr>
      <vt:lpstr>Downlaod Flowers Dataset</vt:lpstr>
      <vt:lpstr>Preprocessing</vt:lpstr>
      <vt:lpstr>Create CNN Model</vt:lpstr>
      <vt:lpstr>Model Summary</vt:lpstr>
      <vt:lpstr>Train</vt:lpstr>
      <vt:lpstr>Plots with matplot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orkhan</dc:creator>
  <cp:lastModifiedBy>orkhan</cp:lastModifiedBy>
  <cp:revision>3</cp:revision>
  <dcterms:created xsi:type="dcterms:W3CDTF">2025-12-24T11:54:04Z</dcterms:created>
  <dcterms:modified xsi:type="dcterms:W3CDTF">2025-12-24T15:27:50Z</dcterms:modified>
</cp:coreProperties>
</file>